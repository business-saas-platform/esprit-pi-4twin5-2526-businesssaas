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La Régularisation et Métriques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Cours simple sur la régularisation, MSE, MAE, RMSE, R²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Définition de la régularisation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Technique pour éviter le surapprentissage (overfitting).</a:t>
            </a:r>
          </a:p>
          <a:p>
            <a:pPr>
              <a:spcAft>
                <a:spcPts val="800"/>
              </a:spcAft>
            </a:pPr>
            <a:r>
              <a:rPr sz="2000"/>
              <a:t>Elle pénalise les modèles trop complexes.</a:t>
            </a:r>
          </a:p>
          <a:p>
            <a:pPr>
              <a:spcAft>
                <a:spcPts val="800"/>
              </a:spcAft>
            </a:pPr>
            <a:r>
              <a:rPr sz="2000"/>
              <a:t>Objectif : mieux généraliser sur de nouvelles données.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Pourquoi l'utiliser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Réduit le bruit appris par le modèle.</a:t>
            </a:r>
          </a:p>
          <a:p>
            <a:pPr>
              <a:spcAft>
                <a:spcPts val="800"/>
              </a:spcAft>
            </a:pPr>
            <a:r>
              <a:rPr sz="2000"/>
              <a:t>Améliore les prédictions futures.</a:t>
            </a:r>
          </a:p>
          <a:p>
            <a:pPr>
              <a:spcAft>
                <a:spcPts val="800"/>
              </a:spcAft>
            </a:pPr>
            <a:r>
              <a:rPr sz="2000"/>
              <a:t>Rend le modèle plus stable.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Types de régularisation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Ridge (L2) : réduit les grands coefficients.</a:t>
            </a:r>
          </a:p>
          <a:p>
            <a:pPr>
              <a:spcAft>
                <a:spcPts val="800"/>
              </a:spcAft>
            </a:pPr>
            <a:r>
              <a:rPr sz="2000"/>
              <a:t>Lasso (L1) : met certains coefficients à 0.</a:t>
            </a:r>
          </a:p>
          <a:p>
            <a:pPr>
              <a:spcAft>
                <a:spcPts val="800"/>
              </a:spcAft>
            </a:pPr>
            <a:r>
              <a:rPr sz="2000"/>
              <a:t>Elastic Net : combine L1 + L2.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Mean Squared Error</a:t>
            </a:r>
          </a:p>
          <a:p>
            <a:pPr>
              <a:spcAft>
                <a:spcPts val="800"/>
              </a:spcAft>
            </a:pPr>
            <a:r>
              <a:rPr sz="2000"/>
              <a:t>Moyenne des erreurs au carré.</a:t>
            </a:r>
          </a:p>
          <a:p>
            <a:pPr>
              <a:spcAft>
                <a:spcPts val="800"/>
              </a:spcAft>
            </a:pPr>
            <a:r>
              <a:rPr sz="2000"/>
              <a:t>Plus petit = meilleur.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Mean Absolute Error</a:t>
            </a:r>
          </a:p>
          <a:p>
            <a:pPr>
              <a:spcAft>
                <a:spcPts val="800"/>
              </a:spcAft>
            </a:pPr>
            <a:r>
              <a:rPr sz="2000"/>
              <a:t>Moyenne des erreurs absolues.</a:t>
            </a:r>
          </a:p>
          <a:p>
            <a:pPr>
              <a:spcAft>
                <a:spcPts val="800"/>
              </a:spcAft>
            </a:pPr>
            <a:r>
              <a:rPr sz="2000"/>
              <a:t>Facile à interpréter.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RMSE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Root Mean Squared Error</a:t>
            </a:r>
          </a:p>
          <a:p>
            <a:pPr>
              <a:spcAft>
                <a:spcPts val="800"/>
              </a:spcAft>
            </a:pPr>
            <a:r>
              <a:rPr sz="2000"/>
              <a:t>Racine carrée du MSE.</a:t>
            </a:r>
          </a:p>
          <a:p>
            <a:pPr>
              <a:spcAft>
                <a:spcPts val="800"/>
              </a:spcAft>
            </a:pPr>
            <a:r>
              <a:rPr sz="2000"/>
              <a:t>Même unité que la variable cible.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Coefficient de détermination.</a:t>
            </a:r>
          </a:p>
          <a:p>
            <a:pPr>
              <a:spcAft>
                <a:spcPts val="800"/>
              </a:spcAft>
            </a:pPr>
            <a:r>
              <a:rPr sz="2000"/>
              <a:t>Mesure la variance expliquée.</a:t>
            </a:r>
          </a:p>
          <a:p>
            <a:pPr>
              <a:spcAft>
                <a:spcPts val="800"/>
              </a:spcAft>
            </a:pPr>
            <a:r>
              <a:rPr sz="2000"/>
              <a:t>Proche de 1 = bon modèle.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Régularisation : évite overfitting.</a:t>
            </a:r>
          </a:p>
          <a:p>
            <a:pPr>
              <a:spcAft>
                <a:spcPts val="800"/>
              </a:spcAft>
            </a:pPr>
            <a:r>
              <a:rPr sz="2000"/>
              <a:t>MSE/MAE/RMSE : mesurent l'erreur.</a:t>
            </a:r>
          </a:p>
          <a:p>
            <a:pPr>
              <a:spcAft>
                <a:spcPts val="800"/>
              </a:spcAft>
            </a:pPr>
            <a:r>
              <a:rPr sz="2000"/>
              <a:t>R² : mesure la qualité globale.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